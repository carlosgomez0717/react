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68" r:id="rId2"/>
    <p:sldId id="533" r:id="rId3"/>
    <p:sldId id="534" r:id="rId4"/>
    <p:sldId id="535" r:id="rId5"/>
    <p:sldId id="536" r:id="rId6"/>
    <p:sldId id="537" r:id="rId7"/>
    <p:sldId id="540" r:id="rId8"/>
    <p:sldId id="538" r:id="rId9"/>
    <p:sldId id="264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DAVID BENAVIDES SANCHEZ" initials="DDBS" lastIdx="1" clrIdx="0">
    <p:extLst>
      <p:ext uri="{19B8F6BF-5375-455C-9EA6-DF929625EA0E}">
        <p15:presenceInfo xmlns:p15="http://schemas.microsoft.com/office/powerpoint/2012/main" userId="DANIEL DAVID BENAVIDES SANCH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FFFFFF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6369"/>
  </p:normalViewPr>
  <p:slideViewPr>
    <p:cSldViewPr snapToGrid="0">
      <p:cViewPr varScale="1">
        <p:scale>
          <a:sx n="71" d="100"/>
          <a:sy n="71" d="100"/>
        </p:scale>
        <p:origin x="113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907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8211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8873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8287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4363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9743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3420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2869161" y="2126013"/>
            <a:ext cx="6453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React Router</a:t>
            </a:r>
            <a:endParaRPr lang="es-ES" sz="40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064021" y="3578275"/>
            <a:ext cx="60655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001" sz="3600" b="1" dirty="0">
                <a:solidFill>
                  <a:srgbClr val="38AA00"/>
                </a:solidFill>
                <a:latin typeface="Work Sans" pitchFamily="2" charset="77"/>
              </a:rPr>
              <a:t>Instructor:</a:t>
            </a:r>
          </a:p>
          <a:p>
            <a:pPr algn="ctr"/>
            <a:r>
              <a:rPr lang="en-001" sz="3600" b="1" dirty="0">
                <a:solidFill>
                  <a:srgbClr val="00324D"/>
                </a:solidFill>
                <a:latin typeface="Work Sans" pitchFamily="2" charset="77"/>
              </a:rPr>
              <a:t>Carlos Daniel Gomez Daza</a:t>
            </a:r>
            <a:endParaRPr lang="es-ES" sz="3600" b="1" dirty="0">
              <a:solidFill>
                <a:srgbClr val="00324D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Que es React Router</a:t>
            </a:r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6089B01-41E5-51AC-9F8C-8913050D83DB}"/>
              </a:ext>
            </a:extLst>
          </p:cNvPr>
          <p:cNvSpPr txBox="1"/>
          <p:nvPr/>
        </p:nvSpPr>
        <p:spPr>
          <a:xfrm>
            <a:off x="615876" y="1841034"/>
            <a:ext cx="65379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s-E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En </a:t>
            </a:r>
            <a:r>
              <a:rPr lang="es-ES" b="0" i="1" dirty="0" err="1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React</a:t>
            </a:r>
            <a:r>
              <a:rPr lang="es-E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, el contenido de la página es creado a partir de nuestros componentes. Así que lo que hace </a:t>
            </a:r>
            <a:r>
              <a:rPr lang="es-ES" b="0" i="1" dirty="0" err="1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React</a:t>
            </a:r>
            <a:r>
              <a:rPr lang="es-ES" b="0" i="1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 </a:t>
            </a:r>
            <a:r>
              <a:rPr lang="es-ES" b="0" i="1" dirty="0" err="1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Router</a:t>
            </a:r>
            <a:r>
              <a:rPr lang="es-E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 es interceptar la petición que se envía al servidor y luego inyectar el contenido dinámicamente desde los componentes que hemos creado.</a:t>
            </a:r>
          </a:p>
          <a:p>
            <a:pPr algn="just" fontAlgn="base"/>
            <a:r>
              <a:rPr lang="es-E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Esta es la idea general detrás de las </a:t>
            </a:r>
            <a:r>
              <a:rPr lang="es-ES" b="0" i="1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inherit"/>
              </a:rPr>
              <a:t>SPA</a:t>
            </a:r>
            <a:r>
              <a:rPr lang="es-ES" b="0" i="0" dirty="0">
                <a:solidFill>
                  <a:srgbClr val="0A0A23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, que permiten que el contenido se muestre más rápido sin que la página sea actualizada.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A114EC0-3B50-D6FB-B0F7-E67544D4D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822" y="2211642"/>
            <a:ext cx="4396096" cy="219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Que es React Router</a:t>
            </a:r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A180423-F073-80DB-BB55-11A62C9B8590}"/>
              </a:ext>
            </a:extLst>
          </p:cNvPr>
          <p:cNvSpPr txBox="1"/>
          <p:nvPr/>
        </p:nvSpPr>
        <p:spPr>
          <a:xfrm>
            <a:off x="456236" y="1859339"/>
            <a:ext cx="666705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 err="1"/>
              <a:t>React</a:t>
            </a:r>
            <a:r>
              <a:rPr lang="es-ES" dirty="0"/>
              <a:t> </a:t>
            </a:r>
            <a:r>
              <a:rPr lang="es-ES" dirty="0" err="1"/>
              <a:t>Router</a:t>
            </a:r>
            <a:r>
              <a:rPr lang="es-ES" dirty="0"/>
              <a:t> es una colección de componentes para navegación, que puedes integrar en tus apps de </a:t>
            </a:r>
            <a:r>
              <a:rPr lang="es-ES" dirty="0" err="1"/>
              <a:t>React</a:t>
            </a:r>
            <a:r>
              <a:rPr lang="es-ES" dirty="0"/>
              <a:t>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Con esta colección de componentes puedes modificar la URL de tu página web, reemplazar componentes dependiendo de la dirección en la que se encuentre el usuario y mucho más.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La principal característica y diferencia del </a:t>
            </a:r>
            <a:r>
              <a:rPr lang="es-ES" dirty="0" err="1"/>
              <a:t>Router</a:t>
            </a:r>
            <a:r>
              <a:rPr lang="es-ES" dirty="0"/>
              <a:t> de </a:t>
            </a:r>
            <a:r>
              <a:rPr lang="es-ES" dirty="0" err="1"/>
              <a:t>React</a:t>
            </a:r>
            <a:r>
              <a:rPr lang="es-ES" dirty="0"/>
              <a:t>, en comparación con otras rutas, es que usa un enrutamiento dinámico, esta característica contraste con la mayoría de </a:t>
            </a:r>
            <a:r>
              <a:rPr lang="es-ES" dirty="0" err="1"/>
              <a:t>routers</a:t>
            </a:r>
            <a:r>
              <a:rPr lang="es-ES" dirty="0"/>
              <a:t> que existen, en los que la declaración de las rutas de la app, es estática.</a:t>
            </a: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A114EC0-3B50-D6FB-B0F7-E67544D4D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287" y="2195031"/>
            <a:ext cx="4935872" cy="246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7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Como instalar React Router</a:t>
            </a:r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A180423-F073-80DB-BB55-11A62C9B8590}"/>
              </a:ext>
            </a:extLst>
          </p:cNvPr>
          <p:cNvSpPr txBox="1"/>
          <p:nvPr/>
        </p:nvSpPr>
        <p:spPr>
          <a:xfrm>
            <a:off x="456236" y="1859339"/>
            <a:ext cx="6667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 err="1">
                <a:solidFill>
                  <a:srgbClr val="0A0A23"/>
                </a:solidFill>
                <a:effectLst/>
                <a:highlight>
                  <a:srgbClr val="D0D0D5"/>
                </a:highlight>
                <a:latin typeface="Roboto Mono" panose="00000009000000000000" pitchFamily="49" charset="0"/>
              </a:rPr>
              <a:t>npm</a:t>
            </a:r>
            <a:r>
              <a:rPr lang="en-US" b="0" i="0" dirty="0">
                <a:solidFill>
                  <a:srgbClr val="0A0A23"/>
                </a:solidFill>
                <a:effectLst/>
                <a:highlight>
                  <a:srgbClr val="D0D0D5"/>
                </a:highlight>
                <a:latin typeface="Roboto Mono" panose="00000009000000000000" pitchFamily="49" charset="0"/>
              </a:rPr>
              <a:t> install react-router-dom@6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A114EC0-3B50-D6FB-B0F7-E67544D4D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287" y="2195031"/>
            <a:ext cx="4935872" cy="246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37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Como </a:t>
            </a:r>
            <a:r>
              <a:rPr lang="en-US" dirty="0" err="1">
                <a:solidFill>
                  <a:schemeClr val="bg1"/>
                </a:solidFill>
                <a:latin typeface="Work Sans Medium" pitchFamily="2" charset="77"/>
              </a:rPr>
              <a:t>Configurar</a:t>
            </a:r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 React Router</a:t>
            </a:r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E2C4A5-12BE-8FF4-91D8-2FE0637A2B18}"/>
              </a:ext>
            </a:extLst>
          </p:cNvPr>
          <p:cNvSpPr txBox="1"/>
          <p:nvPr/>
        </p:nvSpPr>
        <p:spPr>
          <a:xfrm>
            <a:off x="712694" y="1657634"/>
            <a:ext cx="50005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Lo primero que hay que hacer, una vez completada la instalación, es conseguir que </a:t>
            </a:r>
            <a:r>
              <a:rPr lang="es-ES" dirty="0" err="1"/>
              <a:t>React</a:t>
            </a:r>
            <a:r>
              <a:rPr lang="es-ES" dirty="0"/>
              <a:t> </a:t>
            </a:r>
            <a:r>
              <a:rPr lang="es-ES" dirty="0" err="1"/>
              <a:t>Router</a:t>
            </a:r>
            <a:r>
              <a:rPr lang="es-ES" dirty="0"/>
              <a:t> esté disponible en cualquier parte de tu aplicación.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Para hacer esto, abre el archivo </a:t>
            </a:r>
            <a:r>
              <a:rPr lang="es-ES" dirty="0" err="1"/>
              <a:t>App.jsx</a:t>
            </a:r>
            <a:r>
              <a:rPr lang="es-ES" dirty="0"/>
              <a:t> de la carpeta </a:t>
            </a:r>
            <a:r>
              <a:rPr lang="es-ES" dirty="0" err="1"/>
              <a:t>src</a:t>
            </a:r>
            <a:r>
              <a:rPr lang="es-ES" dirty="0"/>
              <a:t> (de </a:t>
            </a:r>
            <a:r>
              <a:rPr lang="es-ES" dirty="0" err="1"/>
              <a:t>source</a:t>
            </a:r>
            <a:r>
              <a:rPr lang="es-ES" dirty="0"/>
              <a:t>, 'fuente' en inglés) e importa (</a:t>
            </a:r>
            <a:r>
              <a:rPr lang="es-ES" dirty="0" err="1"/>
              <a:t>import</a:t>
            </a:r>
            <a:r>
              <a:rPr lang="es-ES" dirty="0"/>
              <a:t>) </a:t>
            </a:r>
            <a:r>
              <a:rPr lang="es-ES" dirty="0" err="1"/>
              <a:t>BrowserRouter</a:t>
            </a:r>
            <a:r>
              <a:rPr lang="es-ES" dirty="0"/>
              <a:t> desde </a:t>
            </a:r>
            <a:r>
              <a:rPr lang="es-ES" dirty="0" err="1"/>
              <a:t>react</a:t>
            </a:r>
            <a:r>
              <a:rPr lang="es-ES" dirty="0"/>
              <a:t>-</a:t>
            </a:r>
            <a:r>
              <a:rPr lang="es-ES" dirty="0" err="1"/>
              <a:t>router</a:t>
            </a:r>
            <a:r>
              <a:rPr lang="es-ES" dirty="0"/>
              <a:t>-dom, y luego, rodea el componente raíz (el componente </a:t>
            </a:r>
            <a:r>
              <a:rPr lang="es-ES" dirty="0" err="1"/>
              <a:t>Aplicacion</a:t>
            </a:r>
            <a:r>
              <a:rPr lang="es-ES" dirty="0"/>
              <a:t>) con él.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Todo lo que hemos hecho es reemplazar </a:t>
            </a:r>
            <a:r>
              <a:rPr lang="es-ES" dirty="0" err="1"/>
              <a:t>React.StrictMode</a:t>
            </a:r>
            <a:r>
              <a:rPr lang="es-ES" dirty="0"/>
              <a:t> por </a:t>
            </a:r>
            <a:r>
              <a:rPr lang="es-ES" dirty="0" err="1"/>
              <a:t>BrowserRouter</a:t>
            </a:r>
            <a:r>
              <a:rPr lang="es-ES" dirty="0"/>
              <a:t>; que hemos importado primero de </a:t>
            </a:r>
            <a:r>
              <a:rPr lang="es-ES" dirty="0" err="1"/>
              <a:t>react</a:t>
            </a:r>
            <a:r>
              <a:rPr lang="es-ES" dirty="0"/>
              <a:t>-</a:t>
            </a:r>
            <a:r>
              <a:rPr lang="es-ES" dirty="0" err="1"/>
              <a:t>router</a:t>
            </a:r>
            <a:r>
              <a:rPr lang="es-ES" dirty="0"/>
              <a:t>-dom.  Ahora las características del enrutador son accesibles desde cualquier parte de tu aplicación.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38F9EBD-A739-3482-4085-D990C28459C4}"/>
              </a:ext>
            </a:extLst>
          </p:cNvPr>
          <p:cNvSpPr txBox="1"/>
          <p:nvPr/>
        </p:nvSpPr>
        <p:spPr>
          <a:xfrm>
            <a:off x="6161441" y="1934632"/>
            <a:ext cx="60942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React from 'react'</a:t>
            </a:r>
          </a:p>
          <a:p>
            <a:r>
              <a:rPr lang="en-US" dirty="0"/>
              <a:t>import </a:t>
            </a:r>
            <a:r>
              <a:rPr lang="en-US" dirty="0" err="1"/>
              <a:t>ReactDOM</a:t>
            </a:r>
            <a:r>
              <a:rPr lang="en-US" dirty="0"/>
              <a:t> from 'react-</a:t>
            </a:r>
            <a:r>
              <a:rPr lang="en-US" dirty="0" err="1"/>
              <a:t>dom</a:t>
            </a:r>
            <a:r>
              <a:rPr lang="en-US" dirty="0"/>
              <a:t>/client'</a:t>
            </a:r>
          </a:p>
          <a:p>
            <a:r>
              <a:rPr lang="en-US" dirty="0"/>
              <a:t>import App from './</a:t>
            </a:r>
            <a:r>
              <a:rPr lang="en-US" dirty="0" err="1"/>
              <a:t>App.jsx</a:t>
            </a:r>
            <a:r>
              <a:rPr lang="en-US" dirty="0"/>
              <a:t>'</a:t>
            </a:r>
          </a:p>
          <a:p>
            <a:r>
              <a:rPr lang="en-US" dirty="0"/>
              <a:t>import './index.css'</a:t>
            </a:r>
          </a:p>
          <a:p>
            <a:r>
              <a:rPr lang="en-US" dirty="0"/>
              <a:t>import { </a:t>
            </a:r>
            <a:r>
              <a:rPr lang="en-US" dirty="0" err="1"/>
              <a:t>BrowserRouter</a:t>
            </a:r>
            <a:r>
              <a:rPr lang="en-US" dirty="0"/>
              <a:t> } from "react-router-</a:t>
            </a:r>
            <a:r>
              <a:rPr lang="en-US" dirty="0" err="1"/>
              <a:t>dom</a:t>
            </a:r>
            <a:r>
              <a:rPr lang="en-US" dirty="0"/>
              <a:t>";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ReactDOM.createRoot</a:t>
            </a:r>
            <a:r>
              <a:rPr lang="en-US" dirty="0"/>
              <a:t>(</a:t>
            </a:r>
            <a:r>
              <a:rPr lang="en-US" dirty="0" err="1"/>
              <a:t>document.getElementById</a:t>
            </a:r>
            <a:r>
              <a:rPr lang="en-US" dirty="0"/>
              <a:t>('root')).render(</a:t>
            </a:r>
          </a:p>
          <a:p>
            <a:r>
              <a:rPr lang="en-US" dirty="0"/>
              <a:t>  &lt;</a:t>
            </a:r>
            <a:r>
              <a:rPr lang="en-US" dirty="0" err="1"/>
              <a:t>BrowserRouter</a:t>
            </a:r>
            <a:r>
              <a:rPr lang="en-US" dirty="0"/>
              <a:t>&gt;</a:t>
            </a:r>
          </a:p>
          <a:p>
            <a:r>
              <a:rPr lang="en-US" dirty="0"/>
              <a:t>    &lt;App /&gt;</a:t>
            </a:r>
          </a:p>
          <a:p>
            <a:r>
              <a:rPr lang="en-US" dirty="0"/>
              <a:t>  &lt;/</a:t>
            </a:r>
            <a:r>
              <a:rPr lang="en-US" dirty="0" err="1"/>
              <a:t>BrowserRouter</a:t>
            </a:r>
            <a:r>
              <a:rPr lang="en-US" dirty="0"/>
              <a:t>&gt;,</a:t>
            </a:r>
          </a:p>
          <a:p>
            <a:r>
              <a:rPr lang="en-US" dirty="0"/>
              <a:t>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AE49EE-2AC7-CB9F-E4CE-E0F364A97A07}"/>
              </a:ext>
            </a:extLst>
          </p:cNvPr>
          <p:cNvSpPr txBox="1"/>
          <p:nvPr/>
        </p:nvSpPr>
        <p:spPr>
          <a:xfrm>
            <a:off x="7745506" y="5757207"/>
            <a:ext cx="3356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main.jsx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538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1075962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Como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redirigir</a:t>
            </a:r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hacia</a:t>
            </a:r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otros</a:t>
            </a:r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componentes</a:t>
            </a:r>
            <a:r>
              <a:rPr lang="en-001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endParaRPr lang="es-CO" sz="40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AE49EE-2AC7-CB9F-E4CE-E0F364A97A07}"/>
              </a:ext>
            </a:extLst>
          </p:cNvPr>
          <p:cNvSpPr txBox="1"/>
          <p:nvPr/>
        </p:nvSpPr>
        <p:spPr>
          <a:xfrm>
            <a:off x="484094" y="5502494"/>
            <a:ext cx="3356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Inicio.jsx</a:t>
            </a:r>
            <a:endParaRPr lang="en-US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83036C9-F35F-0B51-BA85-29E5337B8653}"/>
              </a:ext>
            </a:extLst>
          </p:cNvPr>
          <p:cNvSpPr txBox="1"/>
          <p:nvPr/>
        </p:nvSpPr>
        <p:spPr>
          <a:xfrm>
            <a:off x="357692" y="1714490"/>
            <a:ext cx="9819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Paso 1 - Crea varios componentes</a:t>
            </a:r>
          </a:p>
          <a:p>
            <a:r>
              <a:rPr lang="es-ES" dirty="0"/>
              <a:t>Crearemos de la manera siguiente los componentes Inicio, </a:t>
            </a:r>
            <a:r>
              <a:rPr lang="es-ES" dirty="0" err="1"/>
              <a:t>SobreNosotros</a:t>
            </a:r>
            <a:r>
              <a:rPr lang="es-ES" dirty="0"/>
              <a:t> y Contacto: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16F318-C373-871D-74C1-C38D94763E27}"/>
              </a:ext>
            </a:extLst>
          </p:cNvPr>
          <p:cNvSpPr txBox="1"/>
          <p:nvPr/>
        </p:nvSpPr>
        <p:spPr>
          <a:xfrm>
            <a:off x="357692" y="2658956"/>
            <a:ext cx="39023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</a:t>
            </a:r>
            <a:r>
              <a:rPr lang="en-US" dirty="0" err="1"/>
              <a:t>Inicio</a:t>
            </a:r>
            <a:r>
              <a:rPr lang="en-US" dirty="0"/>
              <a:t>() {</a:t>
            </a:r>
          </a:p>
          <a:p>
            <a:r>
              <a:rPr lang="en-US" dirty="0"/>
              <a:t>  return (</a:t>
            </a:r>
          </a:p>
          <a:p>
            <a:r>
              <a:rPr lang="en-US" dirty="0"/>
              <a:t>    &lt;div&gt;</a:t>
            </a:r>
          </a:p>
          <a:p>
            <a:r>
              <a:rPr lang="en-US" dirty="0"/>
              <a:t>      &lt;h1&gt;Esta es la </a:t>
            </a:r>
            <a:r>
              <a:rPr lang="en-US" dirty="0" err="1"/>
              <a:t>página</a:t>
            </a:r>
            <a:r>
              <a:rPr lang="en-US" dirty="0"/>
              <a:t> de </a:t>
            </a:r>
            <a:r>
              <a:rPr lang="en-US" dirty="0" err="1"/>
              <a:t>inicio</a:t>
            </a:r>
            <a:r>
              <a:rPr lang="en-US" dirty="0"/>
              <a:t>&lt;/h1&gt;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export default </a:t>
            </a:r>
            <a:r>
              <a:rPr lang="en-US" dirty="0" err="1"/>
              <a:t>Inicio</a:t>
            </a:r>
            <a:r>
              <a:rPr lang="en-US" dirty="0"/>
              <a:t>;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CD34AC0-F604-8C22-DC4E-FFB737B7AB7D}"/>
              </a:ext>
            </a:extLst>
          </p:cNvPr>
          <p:cNvSpPr txBox="1"/>
          <p:nvPr/>
        </p:nvSpPr>
        <p:spPr>
          <a:xfrm>
            <a:off x="4157159" y="2547838"/>
            <a:ext cx="48624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React from 'react'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SobreNosotros</a:t>
            </a:r>
            <a:r>
              <a:rPr lang="en-US" dirty="0"/>
              <a:t>() {</a:t>
            </a:r>
          </a:p>
          <a:p>
            <a:r>
              <a:rPr lang="en-US" dirty="0"/>
              <a:t>    return (</a:t>
            </a:r>
          </a:p>
          <a:p>
            <a:r>
              <a:rPr lang="en-US" dirty="0"/>
              <a:t>        &lt;div&gt;</a:t>
            </a:r>
          </a:p>
          <a:p>
            <a:r>
              <a:rPr lang="en-US" dirty="0"/>
              <a:t>            &lt;h1&gt;Esta es la </a:t>
            </a:r>
            <a:r>
              <a:rPr lang="en-US" dirty="0" err="1"/>
              <a:t>página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nosotros</a:t>
            </a:r>
            <a:r>
              <a:rPr lang="en-US" dirty="0"/>
              <a:t>&lt;/h1&gt;</a:t>
            </a:r>
          </a:p>
          <a:p>
            <a:r>
              <a:rPr lang="en-US" dirty="0"/>
              <a:t>        &lt;/div&gt;</a:t>
            </a:r>
          </a:p>
          <a:p>
            <a:r>
              <a:rPr lang="en-US" dirty="0"/>
              <a:t>    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export default </a:t>
            </a:r>
            <a:r>
              <a:rPr lang="en-US" dirty="0" err="1"/>
              <a:t>SobreNosotros</a:t>
            </a:r>
            <a:endParaRPr lang="en-U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BDBF238-AC40-CC9F-5130-1F3F044CC333}"/>
              </a:ext>
            </a:extLst>
          </p:cNvPr>
          <p:cNvSpPr txBox="1"/>
          <p:nvPr/>
        </p:nvSpPr>
        <p:spPr>
          <a:xfrm>
            <a:off x="8497198" y="2547839"/>
            <a:ext cx="45477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React from 'react'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Contacto</a:t>
            </a:r>
            <a:r>
              <a:rPr lang="en-US" dirty="0"/>
              <a:t>() {</a:t>
            </a:r>
          </a:p>
          <a:p>
            <a:r>
              <a:rPr lang="en-US" dirty="0"/>
              <a:t>    return (</a:t>
            </a:r>
          </a:p>
          <a:p>
            <a:r>
              <a:rPr lang="en-US" dirty="0"/>
              <a:t>        &lt;div&gt;</a:t>
            </a:r>
          </a:p>
          <a:p>
            <a:r>
              <a:rPr lang="en-US" dirty="0"/>
              <a:t>            &lt;h1&gt;Esta es la </a:t>
            </a:r>
            <a:r>
              <a:rPr lang="en-US" dirty="0" err="1"/>
              <a:t>página</a:t>
            </a:r>
            <a:r>
              <a:rPr lang="en-US" dirty="0"/>
              <a:t> de </a:t>
            </a:r>
            <a:r>
              <a:rPr lang="en-US" dirty="0" err="1"/>
              <a:t>contacto</a:t>
            </a:r>
            <a:r>
              <a:rPr lang="en-US" dirty="0"/>
              <a:t>&lt;/h1&gt;</a:t>
            </a:r>
          </a:p>
          <a:p>
            <a:r>
              <a:rPr lang="en-US" dirty="0"/>
              <a:t>        &lt;/div&gt;</a:t>
            </a:r>
          </a:p>
          <a:p>
            <a:r>
              <a:rPr lang="en-US" dirty="0"/>
              <a:t>    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export default </a:t>
            </a:r>
            <a:r>
              <a:rPr lang="en-US" dirty="0" err="1"/>
              <a:t>Contacto</a:t>
            </a:r>
            <a:endParaRPr lang="en-U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FA6AAAA-7C7B-E584-6480-7F45F3AF2792}"/>
              </a:ext>
            </a:extLst>
          </p:cNvPr>
          <p:cNvSpPr txBox="1"/>
          <p:nvPr/>
        </p:nvSpPr>
        <p:spPr>
          <a:xfrm>
            <a:off x="8497198" y="5913007"/>
            <a:ext cx="3356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Contacto.jsx</a:t>
            </a:r>
            <a:endParaRPr lang="en-US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CE4181C-5282-8F51-17D6-C991C0CD6C21}"/>
              </a:ext>
            </a:extLst>
          </p:cNvPr>
          <p:cNvSpPr txBox="1"/>
          <p:nvPr/>
        </p:nvSpPr>
        <p:spPr>
          <a:xfrm>
            <a:off x="4890472" y="6009832"/>
            <a:ext cx="3356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SobreNosotros.jsx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08459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1075962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Como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redirigir</a:t>
            </a:r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hacia</a:t>
            </a:r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otros</a:t>
            </a:r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componentes</a:t>
            </a:r>
            <a:r>
              <a:rPr lang="en-001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endParaRPr lang="es-CO" sz="40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83036C9-F35F-0B51-BA85-29E5337B8653}"/>
              </a:ext>
            </a:extLst>
          </p:cNvPr>
          <p:cNvSpPr txBox="1"/>
          <p:nvPr/>
        </p:nvSpPr>
        <p:spPr>
          <a:xfrm>
            <a:off x="357692" y="1714490"/>
            <a:ext cx="9819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Paso 1 - Crea varios componentes(</a:t>
            </a:r>
            <a:r>
              <a:rPr lang="es-ES" b="1" dirty="0" err="1"/>
              <a:t>Layout</a:t>
            </a:r>
            <a:r>
              <a:rPr lang="es-ES" b="1" dirty="0"/>
              <a:t>, menú master)</a:t>
            </a:r>
          </a:p>
          <a:p>
            <a:r>
              <a:rPr lang="es-ES" dirty="0"/>
              <a:t>Crearemos de la manera siguiente manera </a:t>
            </a:r>
            <a:r>
              <a:rPr lang="es-ES" dirty="0" err="1"/>
              <a:t>Layout</a:t>
            </a:r>
            <a:r>
              <a:rPr lang="es-ES" dirty="0"/>
              <a:t> para el menú master:</a:t>
            </a:r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8B974B-F250-7F37-3520-C285DAB3D230}"/>
              </a:ext>
            </a:extLst>
          </p:cNvPr>
          <p:cNvSpPr txBox="1"/>
          <p:nvPr/>
        </p:nvSpPr>
        <p:spPr>
          <a:xfrm>
            <a:off x="583603" y="2407869"/>
            <a:ext cx="609420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import { Outlet, Link } from "react-router-</a:t>
            </a:r>
            <a:r>
              <a:rPr lang="en-US" sz="1200" dirty="0" err="1"/>
              <a:t>dom</a:t>
            </a:r>
            <a:r>
              <a:rPr lang="en-US" sz="1200" dirty="0"/>
              <a:t>";</a:t>
            </a:r>
          </a:p>
          <a:p>
            <a:endParaRPr lang="en-US" sz="1200" dirty="0"/>
          </a:p>
          <a:p>
            <a:r>
              <a:rPr lang="en-US" sz="1200" dirty="0"/>
              <a:t>const Layout = () =&gt;{</a:t>
            </a:r>
          </a:p>
          <a:p>
            <a:r>
              <a:rPr lang="en-US" sz="1200" dirty="0"/>
              <a:t> return &lt;div&gt;</a:t>
            </a:r>
          </a:p>
          <a:p>
            <a:r>
              <a:rPr lang="en-US" sz="1200" dirty="0"/>
              <a:t>    &lt;nav&gt;</a:t>
            </a:r>
          </a:p>
          <a:p>
            <a:r>
              <a:rPr lang="en-US" sz="1200" dirty="0"/>
              <a:t>        &lt;</a:t>
            </a:r>
            <a:r>
              <a:rPr lang="en-US" sz="1200" dirty="0" err="1"/>
              <a:t>ul</a:t>
            </a:r>
            <a:r>
              <a:rPr lang="en-US" sz="1200" dirty="0"/>
              <a:t>&gt;</a:t>
            </a:r>
          </a:p>
          <a:p>
            <a:r>
              <a:rPr lang="en-US" sz="1200" dirty="0"/>
              <a:t>          &lt;li&gt;</a:t>
            </a:r>
          </a:p>
          <a:p>
            <a:r>
              <a:rPr lang="en-US" sz="1200" dirty="0"/>
              <a:t>            &lt;Link to="/"&gt;</a:t>
            </a:r>
            <a:r>
              <a:rPr lang="en-US" sz="1200" dirty="0" err="1"/>
              <a:t>Inicio</a:t>
            </a:r>
            <a:r>
              <a:rPr lang="en-US" sz="1200" dirty="0"/>
              <a:t>&lt;/Link&gt;</a:t>
            </a:r>
          </a:p>
          <a:p>
            <a:r>
              <a:rPr lang="en-US" sz="1200" dirty="0"/>
              <a:t>          &lt;/li&gt;</a:t>
            </a:r>
          </a:p>
          <a:p>
            <a:r>
              <a:rPr lang="en-US" sz="1200" dirty="0"/>
              <a:t>          &lt;li&gt;</a:t>
            </a:r>
          </a:p>
          <a:p>
            <a:r>
              <a:rPr lang="en-US" sz="1200" dirty="0"/>
              <a:t>            &lt;Link to="/</a:t>
            </a:r>
            <a:r>
              <a:rPr lang="en-US" sz="1200" dirty="0" err="1"/>
              <a:t>sobre-nosotros</a:t>
            </a:r>
            <a:r>
              <a:rPr lang="en-US" sz="1200" dirty="0"/>
              <a:t>"&gt;</a:t>
            </a:r>
            <a:r>
              <a:rPr lang="en-US" sz="1200" dirty="0" err="1"/>
              <a:t>Nosotros</a:t>
            </a:r>
            <a:r>
              <a:rPr lang="en-US" sz="1200" dirty="0"/>
              <a:t>&lt;/Link&gt;</a:t>
            </a:r>
          </a:p>
          <a:p>
            <a:r>
              <a:rPr lang="en-US" sz="1200" dirty="0"/>
              <a:t>          &lt;/li&gt;</a:t>
            </a:r>
          </a:p>
          <a:p>
            <a:r>
              <a:rPr lang="en-US" sz="1200" dirty="0"/>
              <a:t>          &lt;li&gt;</a:t>
            </a:r>
          </a:p>
          <a:p>
            <a:r>
              <a:rPr lang="en-US" sz="1200" dirty="0"/>
              <a:t>            &lt;Link to="/</a:t>
            </a:r>
            <a:r>
              <a:rPr lang="en-US" sz="1200" dirty="0" err="1"/>
              <a:t>contacto</a:t>
            </a:r>
            <a:r>
              <a:rPr lang="en-US" sz="1200" dirty="0"/>
              <a:t>"&gt;</a:t>
            </a:r>
            <a:r>
              <a:rPr lang="en-US" sz="1200" dirty="0" err="1"/>
              <a:t>Contacto</a:t>
            </a:r>
            <a:r>
              <a:rPr lang="en-US" sz="1200" dirty="0"/>
              <a:t>&lt;/Link&gt;</a:t>
            </a:r>
          </a:p>
          <a:p>
            <a:r>
              <a:rPr lang="en-US" sz="1200" dirty="0"/>
              <a:t>          &lt;/li&gt;</a:t>
            </a:r>
          </a:p>
          <a:p>
            <a:r>
              <a:rPr lang="en-US" sz="1200" dirty="0"/>
              <a:t>        &lt;/</a:t>
            </a:r>
            <a:r>
              <a:rPr lang="en-US" sz="1200" dirty="0" err="1"/>
              <a:t>ul</a:t>
            </a:r>
            <a:r>
              <a:rPr lang="en-US" sz="1200" dirty="0"/>
              <a:t>&gt;</a:t>
            </a:r>
          </a:p>
          <a:p>
            <a:r>
              <a:rPr lang="en-US" sz="1200" dirty="0"/>
              <a:t>    &lt;/nav&gt;</a:t>
            </a:r>
          </a:p>
          <a:p>
            <a:r>
              <a:rPr lang="en-US" sz="1200" dirty="0"/>
              <a:t>    &lt;</a:t>
            </a:r>
            <a:r>
              <a:rPr lang="en-US" sz="1200" dirty="0" err="1"/>
              <a:t>hr</a:t>
            </a:r>
            <a:r>
              <a:rPr lang="en-US" sz="1200" dirty="0"/>
              <a:t> /&gt;</a:t>
            </a:r>
          </a:p>
          <a:p>
            <a:r>
              <a:rPr lang="en-US" sz="1200" dirty="0"/>
              <a:t>    &lt;Outlet /&gt;</a:t>
            </a:r>
          </a:p>
          <a:p>
            <a:r>
              <a:rPr lang="en-US" sz="1200" dirty="0"/>
              <a:t> &lt;/div&gt;;</a:t>
            </a:r>
          </a:p>
          <a:p>
            <a:r>
              <a:rPr lang="en-US" sz="1200" dirty="0"/>
              <a:t>}</a:t>
            </a:r>
          </a:p>
          <a:p>
            <a:endParaRPr lang="en-US" sz="1200" dirty="0"/>
          </a:p>
          <a:p>
            <a:r>
              <a:rPr lang="en-US" sz="1200" dirty="0"/>
              <a:t>export default Layout;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0340C3-D287-D6BF-BDC7-8835AB00D609}"/>
              </a:ext>
            </a:extLst>
          </p:cNvPr>
          <p:cNvSpPr txBox="1"/>
          <p:nvPr/>
        </p:nvSpPr>
        <p:spPr>
          <a:xfrm>
            <a:off x="2739614" y="6378187"/>
            <a:ext cx="3356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Layout.jsx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3460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1075962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Como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redirigir</a:t>
            </a:r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hacia</a:t>
            </a:r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otros</a:t>
            </a:r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componentes</a:t>
            </a:r>
            <a:r>
              <a:rPr lang="en-001" sz="4000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endParaRPr lang="es-CO" sz="40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6413C9-812C-3089-32DA-F0FAFA2FF46F}"/>
              </a:ext>
            </a:extLst>
          </p:cNvPr>
          <p:cNvSpPr txBox="1"/>
          <p:nvPr/>
        </p:nvSpPr>
        <p:spPr>
          <a:xfrm>
            <a:off x="5895191" y="1680457"/>
            <a:ext cx="56370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Paso 2 - Define las rutas</a:t>
            </a:r>
          </a:p>
          <a:p>
            <a:r>
              <a:rPr lang="es-ES" dirty="0"/>
              <a:t>Dado que el componente App actúa como el componente raíz, en dónde se renderiza al principio nuestro código </a:t>
            </a:r>
            <a:r>
              <a:rPr lang="es-ES" dirty="0" err="1"/>
              <a:t>React</a:t>
            </a:r>
            <a:r>
              <a:rPr lang="es-ES" dirty="0"/>
              <a:t>, vamos a crear todas nuestras rutas en él.</a:t>
            </a:r>
            <a:endParaRPr lang="en-U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68DF8F6-78FB-2BE6-BC28-93FD44095A2B}"/>
              </a:ext>
            </a:extLst>
          </p:cNvPr>
          <p:cNvSpPr txBox="1"/>
          <p:nvPr/>
        </p:nvSpPr>
        <p:spPr>
          <a:xfrm>
            <a:off x="2739614" y="6378187"/>
            <a:ext cx="3356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App.jsx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9DF5191-42CA-15BE-9693-8481C36EF247}"/>
              </a:ext>
            </a:extLst>
          </p:cNvPr>
          <p:cNvSpPr txBox="1"/>
          <p:nvPr/>
        </p:nvSpPr>
        <p:spPr>
          <a:xfrm>
            <a:off x="572846" y="1484540"/>
            <a:ext cx="609420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import { Routes, Route } from "react-router-</a:t>
            </a:r>
            <a:r>
              <a:rPr lang="en-US" sz="1600" dirty="0" err="1"/>
              <a:t>dom</a:t>
            </a:r>
            <a:r>
              <a:rPr lang="en-US" sz="1600" dirty="0"/>
              <a:t>"</a:t>
            </a:r>
          </a:p>
          <a:p>
            <a:r>
              <a:rPr lang="en-US" sz="1600" dirty="0"/>
              <a:t>import </a:t>
            </a:r>
            <a:r>
              <a:rPr lang="en-US" sz="1600" dirty="0" err="1"/>
              <a:t>Inicio</a:t>
            </a:r>
            <a:r>
              <a:rPr lang="en-US" sz="1600" dirty="0"/>
              <a:t> from "./</a:t>
            </a:r>
            <a:r>
              <a:rPr lang="en-US" sz="1600" dirty="0" err="1"/>
              <a:t>Inicio</a:t>
            </a:r>
            <a:r>
              <a:rPr lang="en-US" sz="1600" dirty="0"/>
              <a:t>"</a:t>
            </a:r>
          </a:p>
          <a:p>
            <a:r>
              <a:rPr lang="en-US" sz="1600" dirty="0"/>
              <a:t>import </a:t>
            </a:r>
            <a:r>
              <a:rPr lang="en-US" sz="1600" dirty="0" err="1"/>
              <a:t>SobreNosotros</a:t>
            </a:r>
            <a:r>
              <a:rPr lang="en-US" sz="1600" dirty="0"/>
              <a:t> from "./</a:t>
            </a:r>
            <a:r>
              <a:rPr lang="en-US" sz="1600" dirty="0" err="1"/>
              <a:t>SobreNosotros</a:t>
            </a:r>
            <a:r>
              <a:rPr lang="en-US" sz="1600" dirty="0"/>
              <a:t>"</a:t>
            </a:r>
          </a:p>
          <a:p>
            <a:r>
              <a:rPr lang="en-US" sz="1600" dirty="0"/>
              <a:t>import </a:t>
            </a:r>
            <a:r>
              <a:rPr lang="en-US" sz="1600" dirty="0" err="1"/>
              <a:t>Contacto</a:t>
            </a:r>
            <a:r>
              <a:rPr lang="en-US" sz="1600" dirty="0"/>
              <a:t> from "./</a:t>
            </a:r>
            <a:r>
              <a:rPr lang="en-US" sz="1600" dirty="0" err="1"/>
              <a:t>Contacto</a:t>
            </a:r>
            <a:r>
              <a:rPr lang="en-US" sz="1600" dirty="0"/>
              <a:t>"</a:t>
            </a:r>
          </a:p>
          <a:p>
            <a:r>
              <a:rPr lang="en-US" sz="1600" dirty="0"/>
              <a:t>import Layout from "./Layout"</a:t>
            </a:r>
          </a:p>
          <a:p>
            <a:endParaRPr lang="en-US" sz="1600" dirty="0"/>
          </a:p>
          <a:p>
            <a:r>
              <a:rPr lang="en-US" sz="1600" dirty="0"/>
              <a:t>function App() {</a:t>
            </a:r>
          </a:p>
          <a:p>
            <a:r>
              <a:rPr lang="en-US" sz="1600" dirty="0"/>
              <a:t>  return (</a:t>
            </a:r>
          </a:p>
          <a:p>
            <a:r>
              <a:rPr lang="en-US" sz="1600" dirty="0"/>
              <a:t>    &lt;div </a:t>
            </a:r>
            <a:r>
              <a:rPr lang="en-US" sz="1600" dirty="0" err="1"/>
              <a:t>className</a:t>
            </a:r>
            <a:r>
              <a:rPr lang="en-US" sz="1600" dirty="0"/>
              <a:t>="App"&gt;</a:t>
            </a:r>
          </a:p>
          <a:p>
            <a:r>
              <a:rPr lang="en-US" sz="1600" dirty="0"/>
              <a:t>      &lt;Routes&gt;</a:t>
            </a:r>
          </a:p>
          <a:p>
            <a:r>
              <a:rPr lang="en-US" sz="1600" dirty="0"/>
              <a:t>       &lt; Route path="/" element={&lt;Layout /&gt;} &gt;</a:t>
            </a:r>
          </a:p>
          <a:p>
            <a:r>
              <a:rPr lang="en-US" sz="1600" dirty="0"/>
              <a:t>        &lt;Route path="/" element={ &lt;</a:t>
            </a:r>
            <a:r>
              <a:rPr lang="en-US" sz="1600" dirty="0" err="1"/>
              <a:t>Inicio</a:t>
            </a:r>
            <a:r>
              <a:rPr lang="en-US" sz="1600" dirty="0"/>
              <a:t> /&gt; } /&gt;</a:t>
            </a:r>
          </a:p>
          <a:p>
            <a:r>
              <a:rPr lang="en-US" sz="1600" dirty="0"/>
              <a:t>        &lt;Route path="</a:t>
            </a:r>
            <a:r>
              <a:rPr lang="en-US" sz="1600" dirty="0" err="1"/>
              <a:t>sobre-nosotros</a:t>
            </a:r>
            <a:r>
              <a:rPr lang="en-US" sz="1600" dirty="0"/>
              <a:t>" element={ &lt;</a:t>
            </a:r>
            <a:r>
              <a:rPr lang="en-US" sz="1600" dirty="0" err="1"/>
              <a:t>SobreNosotros</a:t>
            </a:r>
            <a:r>
              <a:rPr lang="en-US" sz="1600" dirty="0"/>
              <a:t> /&gt; } /&gt;</a:t>
            </a:r>
          </a:p>
          <a:p>
            <a:r>
              <a:rPr lang="en-US" sz="1600" dirty="0"/>
              <a:t>        &lt;Route path="</a:t>
            </a:r>
            <a:r>
              <a:rPr lang="en-US" sz="1600" dirty="0" err="1"/>
              <a:t>contacto</a:t>
            </a:r>
            <a:r>
              <a:rPr lang="en-US" sz="1600" dirty="0"/>
              <a:t>" element={ &lt;</a:t>
            </a:r>
            <a:r>
              <a:rPr lang="en-US" sz="1600" dirty="0" err="1"/>
              <a:t>Contacto</a:t>
            </a:r>
            <a:r>
              <a:rPr lang="en-US" sz="1600" dirty="0"/>
              <a:t> /&gt; } /&gt;</a:t>
            </a:r>
          </a:p>
          <a:p>
            <a:r>
              <a:rPr lang="en-US" sz="1600" dirty="0"/>
              <a:t>        &lt;/Route&gt;</a:t>
            </a:r>
          </a:p>
          <a:p>
            <a:r>
              <a:rPr lang="en-US" sz="1600" dirty="0"/>
              <a:t>      &lt;/Routes&gt;</a:t>
            </a:r>
          </a:p>
          <a:p>
            <a:r>
              <a:rPr lang="en-US" sz="1600" dirty="0"/>
              <a:t>    &lt;/div&gt;</a:t>
            </a:r>
          </a:p>
          <a:p>
            <a:r>
              <a:rPr lang="en-US" sz="1600" dirty="0"/>
              <a:t>  )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/>
              <a:t>export default App</a:t>
            </a:r>
          </a:p>
        </p:txBody>
      </p:sp>
    </p:spTree>
    <p:extLst>
      <p:ext uri="{BB962C8B-B14F-4D97-AF65-F5344CB8AC3E}">
        <p14:creationId xmlns:p14="http://schemas.microsoft.com/office/powerpoint/2010/main" val="1293328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12525</TotalTime>
  <Words>828</Words>
  <Application>Microsoft Office PowerPoint</Application>
  <PresentationFormat>Panorámica</PresentationFormat>
  <Paragraphs>130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inherit</vt:lpstr>
      <vt:lpstr>Lato</vt:lpstr>
      <vt:lpstr>Roboto Mono</vt:lpstr>
      <vt:lpstr>Work Sans</vt:lpstr>
      <vt:lpstr>Work Sans Medium</vt:lpstr>
      <vt:lpstr>Tema de Office</vt:lpstr>
      <vt:lpstr>Presentación de PowerPoint</vt:lpstr>
      <vt:lpstr>Que es React Router </vt:lpstr>
      <vt:lpstr>Que es React Router </vt:lpstr>
      <vt:lpstr>Como instalar React Router </vt:lpstr>
      <vt:lpstr>Como Configurar React Router </vt:lpstr>
      <vt:lpstr>Como redirigir hacia otros componentes </vt:lpstr>
      <vt:lpstr>Como redirigir hacia otros componentes </vt:lpstr>
      <vt:lpstr>Como redirigir hacia otros componentes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CARLOS DANIEL GOMEZ DAZA</cp:lastModifiedBy>
  <cp:revision>122</cp:revision>
  <dcterms:created xsi:type="dcterms:W3CDTF">2020-10-01T23:51:28Z</dcterms:created>
  <dcterms:modified xsi:type="dcterms:W3CDTF">2024-08-08T21:26:14Z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